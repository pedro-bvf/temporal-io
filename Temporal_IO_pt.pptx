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4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10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duráveis para sistemas distribuídos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Apresentação técnica  •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143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O que é o Temporal IO?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286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Porque usar Temporal IO?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3429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Vantagens e Desvantagens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143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4846320" y="1143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846320" y="1143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40680" y="1143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Principais Conceitos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2286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4846320" y="2286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4846320" y="2286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2286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Arquitetura Geral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342900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846320" y="342900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846320" y="3429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40680" y="342900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 O que é o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3716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é uma plataforma open-source para implementar sistemas distribuídos e de longa duração de forma confiável, onde o próprio sistema cuida de toda a complexidade de estado, falhas, retentativas e continuidade.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Durabilidade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Fluxos persistidos e retomados automaticamente após falhas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Retentativas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Retry automático sem perder o estado da execução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2606040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35040" y="3200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Distribuído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36118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Suporta processos de longa duração em sistemas distribuídos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 Porque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Sem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Guardar estado na base de dados manualmente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Reexecutar lógica de onde parou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Tratar duplicações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Corrigir falhas de rede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Fazer reconciliações de dados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repetitivo, difícil de testar e propenso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Com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reconstruído automaticamente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Retoma de onde parou (segundos, dias,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Retry automático sem código extra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Tolerante a falhas de rede e reinícios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Histórico de eventos completo e auditável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D4AA"/>
                </a:solidFill>
              </a:rPr>
              <a:t>Execução à prova de falhas, sem lógica manual de recuperação.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 Vantagens e Desvantagens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Vantagens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Tentativas automáticas sem perda de estado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reconstruído a partir do histórico de eventos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Excelente para processos longos e assíncronos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Integração nativa com Java, Go, TypeScript e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Desvantagens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aprendizado inicial elevada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Requer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Pode ser exagerado para sistemas simples ou fluxos curtos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Principais Conceitos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durável com execução determinística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Unidade de trabalho externo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que executa workflows e activities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Fila que conecta o serviço central aos workers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tentativas, intervalos e erros a 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Orquestrador central: persiste e agenda tarefas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Histórico imutável que reconstrói o estado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Envia info a um workflow em execução (assíncrono)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Lê o estado atual de um workflow (síncrono)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Workflow vs Activity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384048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02336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🔁  Workflow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Representa a lógica central do processo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Execução determinística (mesmo resultado para mesma entrada)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542032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Durável e resiliente a falhas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72384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NÃO acede sistemas externos diretamente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602736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Coordena activities para trabalho externo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14400"/>
            <a:ext cx="4023360" cy="3840480"/>
          </a:xfrm>
          <a:prstGeom prst="rect">
            <a:avLst/>
          </a:prstGeom>
          <a:solidFill>
            <a:srgbClr val="112236"/>
          </a:solidFill>
          <a:ln w="127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4023360" cy="45720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84632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⚙️  Activity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0" y="1481328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Executa uma única ação externa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011680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Não precisa de ser determinística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542032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Deve ser idempotente sempre que possível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3072384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Suporta heartbeat para tarefas longas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602736"/>
            <a:ext cx="3566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Acede HTTP, DB, email, etc.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15968" y="2834640"/>
            <a:ext cx="512064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315968" y="2651760"/>
            <a:ext cx="512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AA"/>
                </a:solidFill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Signals vs Queries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286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1005840"/>
            <a:ext cx="2743200" cy="50292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274320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📡  Signal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1005840"/>
            <a:ext cx="2743200" cy="502920"/>
          </a:xfrm>
          <a:prstGeom prst="rect">
            <a:avLst/>
          </a:prstGeom>
          <a:solidFill>
            <a:srgbClr val="2D9CDB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548640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🔍  Query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22860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548640" y="1508760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Tipo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508760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2834640" y="1508760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Assíncrono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0" y="1508760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5577840" y="1508760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Síncrono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258568"/>
            <a:ext cx="22860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548640" y="2258568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Modifica estado?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258568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2834640" y="225856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Sim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0" y="2258568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5577840" y="225856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❌  Não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22860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Text 21"/>
          <p:cNvSpPr/>
          <p:nvPr/>
        </p:nvSpPr>
        <p:spPr>
          <a:xfrm>
            <a:off x="548640" y="3008376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Retorna valor?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008376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2834640" y="3008376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❌  Não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3008376"/>
            <a:ext cx="2743200" cy="749808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Text 25"/>
          <p:cNvSpPr/>
          <p:nvPr/>
        </p:nvSpPr>
        <p:spPr>
          <a:xfrm>
            <a:off x="5577840" y="3008376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✅  Sim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58184"/>
            <a:ext cx="22860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Text 27"/>
          <p:cNvSpPr/>
          <p:nvPr/>
        </p:nvSpPr>
        <p:spPr>
          <a:xfrm>
            <a:off x="548640" y="3758184"/>
            <a:ext cx="2103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Caso de uso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758184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2834640" y="3758184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Cancelar encomenda, aprovar processo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0" y="3758184"/>
            <a:ext cx="274320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5577840" y="3758184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Verificar estado, consultar progresso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5" name="Text 33"/>
          <p:cNvSpPr/>
          <p:nvPr/>
        </p:nvSpPr>
        <p:spPr>
          <a:xfrm>
            <a:off x="548640" y="461772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💡  Usa Signal para agir sobre um workflow em execução, e Query para observar o seu estado.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 Arquitetura Geral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5909" y="10058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55909" y="1005840"/>
            <a:ext cx="283464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55909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349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Inicia workflows, envia signals, executa queries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73429" y="10058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3273429" y="1005840"/>
            <a:ext cx="283464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3273429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64869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Orquestração central: persiste histórico e agenda tarefas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5909" y="28346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255909" y="2834640"/>
            <a:ext cx="283464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255909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349" y="32918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Filas lógicas que distribuem tarefas aos workers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73429" y="28346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3273429" y="2834640"/>
            <a:ext cx="283464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3273429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64869" y="32918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Executam código de workflows e activities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53512" y="1920240"/>
            <a:ext cx="2834640" cy="146304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53512" y="1920240"/>
            <a:ext cx="283464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253512" y="19202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44952" y="23774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Armazena o histórico de eventos (PostgreSQL/MySQL/Cassandra)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090549" y="1737360"/>
            <a:ext cx="20116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2999109" y="15727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090549" y="3566160"/>
            <a:ext cx="20116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Text 25"/>
          <p:cNvSpPr/>
          <p:nvPr/>
        </p:nvSpPr>
        <p:spPr>
          <a:xfrm>
            <a:off x="2999109" y="340156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Client inicia o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4630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regista o evento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46304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Tarefas são agendadas na Task Queue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consome e executa a tarefa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17520" y="310896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realiza a operação externa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310896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3B3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Resultado retorna e histórico atualiza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Em caso de falha: Temporal aplica Retry Policies e retoma a execução com base no histórico de eventos.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 Conclusão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O Temporal IO não é apenas uma ferramenta de orquestração — é uma plataforma completa para construção de aplicações distribuídas resilientes.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 Usar quando…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Múltiplas integrações entre serviços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Dependência de sistemas externos sujeitos a falhas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Processos longos ou assíncronos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Necessidade de rastreabilidade e reprocessamento confiável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Reconsiderar quando…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Sistemas simples ou fluxos curtos e síncronos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Equipas sem tempo para curva de aprendizado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Projetos sem necessidade de alta resiliência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Duráveis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Referências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Documentação 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Vídeos oficiais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776</Words>
  <Application>Microsoft Macintosh PowerPoint</Application>
  <PresentationFormat>Apresentação no Ecrã (16:9)</PresentationFormat>
  <Paragraphs>173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5</cp:revision>
  <cp:lastPrinted>2026-04-09T08:34:09Z</cp:lastPrinted>
  <dcterms:created xsi:type="dcterms:W3CDTF">2026-04-09T07:59:40Z</dcterms:created>
  <dcterms:modified xsi:type="dcterms:W3CDTF">2026-04-09T08:39:30Z</dcterms:modified>
</cp:coreProperties>
</file>